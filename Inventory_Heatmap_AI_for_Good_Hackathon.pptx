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Heatmap &amp; Stock-Out Alerts for Essential Goods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AI-for-Good | Snowflake Open Innovation</a:t>
            </a:r>
          </a:p>
          <a:p/>
          <a:p>
            <a:r>
              <a:t>Problem:</a:t>
            </a:r>
          </a:p>
          <a:p>
            <a:r>
              <a:t>- Sudden stock-outs of essential goods</a:t>
            </a:r>
          </a:p>
          <a:p>
            <a:r>
              <a:t>- Fragmented inventory data</a:t>
            </a:r>
          </a:p>
          <a:p>
            <a:r>
              <a:t>- No real-time shortage prediction</a:t>
            </a:r>
          </a:p>
          <a:p/>
          <a:p>
            <a:r>
              <a:t>Goal:</a:t>
            </a:r>
          </a:p>
          <a:p>
            <a:r>
              <a:t>- Predict and prevent shortages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AI-powered inventory intelligence platform</a:t>
            </a:r>
          </a:p>
          <a:p>
            <a:r>
              <a:t>- Real-time heatmaps of critical goods</a:t>
            </a:r>
          </a:p>
          <a:p>
            <a:r>
              <a:t>- Predictive alerts (24–72 hrs)</a:t>
            </a:r>
          </a:p>
          <a:p/>
          <a:p>
            <a:r>
              <a:t>Target Users:</a:t>
            </a:r>
          </a:p>
          <a:p>
            <a:r>
              <a:t>- Retailers &amp; Distributors</a:t>
            </a:r>
          </a:p>
          <a:p>
            <a:r>
              <a:t>- Government &amp; NGOs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- Inventory heatmaps</a:t>
            </a:r>
          </a:p>
          <a:p>
            <a:r>
              <a:t>- AI demand forecasting</a:t>
            </a:r>
          </a:p>
          <a:p>
            <a:r>
              <a:t>- Automated alerts</a:t>
            </a:r>
          </a:p>
          <a:p>
            <a:r>
              <a:t>- Role-based dashboards</a:t>
            </a:r>
          </a:p>
          <a:p/>
          <a:p>
            <a:r>
              <a:t>USP:</a:t>
            </a:r>
          </a:p>
          <a:p>
            <a:r>
              <a:t>- Privacy-safe cross-company insights</a:t>
            </a:r>
          </a:p>
          <a:p>
            <a:r>
              <a:t>- High social impact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</a:t>
            </a:r>
          </a:p>
          <a:p>
            <a:r>
              <a:t>Data Sources → Snowflake → AI Models → Dashboards &amp; Alerts</a:t>
            </a:r>
          </a:p>
          <a:p/>
          <a:p>
            <a:r>
              <a:t>Tech Stack:</a:t>
            </a:r>
          </a:p>
          <a:p>
            <a:r>
              <a:t>- Snowflake Data Cloud</a:t>
            </a:r>
          </a:p>
          <a:p>
            <a:r>
              <a:t>- Snowpark (Python)</a:t>
            </a:r>
          </a:p>
          <a:p>
            <a:r>
              <a:t>- Power BI / Streamlit</a:t>
            </a:r>
          </a:p>
          <a:p/>
          <a:p>
            <a:r>
              <a:t>Snowflake Tools:</a:t>
            </a:r>
          </a:p>
          <a:p>
            <a:r>
              <a:t>- Secure Data Sharing</a:t>
            </a:r>
          </a:p>
          <a:p>
            <a:r>
              <a:t>- Snowpipe &amp; Streams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Impact:</a:t>
            </a:r>
          </a:p>
          <a:p>
            <a:r>
              <a:t>- Reduced stock-outs</a:t>
            </a:r>
          </a:p>
          <a:p>
            <a:r>
              <a:t>- Better supply chain decisions</a:t>
            </a:r>
          </a:p>
          <a:p>
            <a:r>
              <a:t>- Improved public access</a:t>
            </a:r>
          </a:p>
          <a:p/>
          <a:p>
            <a:r>
              <a:t>Future Scope:</a:t>
            </a:r>
          </a:p>
          <a:p>
            <a:r>
              <a:t>- IoT integration</a:t>
            </a:r>
          </a:p>
          <a:p>
            <a:r>
              <a:t>- GenAI restocking recommendations</a:t>
            </a:r>
          </a:p>
          <a:p>
            <a:r>
              <a:t>- Mobile monitoring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